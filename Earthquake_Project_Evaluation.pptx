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37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Seismic Trends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Earthquake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3474720"/>
            <a:ext cx="45720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3474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Evaluation Presentation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Python • SQL • MySQL • Streamlit • Data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34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Problem Statement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Analyze global earthquake data to identify seismic patterns, trends, and risk zones. Build a data-driven system using API retrieval, preprocessing, and SQL analytics for actionable insights.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</a:rPr>
              <a:t>Business Use Cases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Risk Assessment: Enable governments and insurers to assess earthquake risks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Disaster Management: Plan and optimize disaster response strategies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Urban Safety: Support data-driven policies for infrastructure resilience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69080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Research: Provide comprehensive data for seismological research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&amp;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887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Data Source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API: 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USGS Earthquake Catalog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Time Range: 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2021-2025 (Last 5 years)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Records: 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100,000+ earthquakes (mag ≥ 3.0)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430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0" y="11887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Features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Core Features: 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26 from USGS API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Derived Features: 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15 created via preprocessing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Total Features: 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41 comprehensive attributes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</a:rPr>
              <a:t>Key Feature Categories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Temporal: </a:t>
            </a:r>
            <a:r>
              <a:rPr lang="en-US" sz="1200" dirty="0">
                <a:solidFill>
                  <a:srgbClr val="334155"/>
                </a:solidFill>
              </a:rPr>
              <a:t>time, year, month, day, hour, quarter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Spatial: </a:t>
            </a:r>
            <a:r>
              <a:rPr lang="en-US" sz="1200" dirty="0">
                <a:solidFill>
                  <a:srgbClr val="334155"/>
                </a:solidFill>
              </a:rPr>
              <a:t>latitude, longitude, depth_km, country, continent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Magnitude: </a:t>
            </a:r>
            <a:r>
              <a:rPr lang="en-US" sz="1200" dirty="0">
                <a:solidFill>
                  <a:srgbClr val="334155"/>
                </a:solidFill>
              </a:rPr>
              <a:t>mag, magType, magnitude_category, magError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Impact: </a:t>
            </a:r>
            <a:r>
              <a:rPr lang="en-US" sz="1200" dirty="0">
                <a:solidFill>
                  <a:srgbClr val="334155"/>
                </a:solidFill>
              </a:rPr>
              <a:t>tsunami, is_destructive, sig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Quality: </a:t>
            </a:r>
            <a:r>
              <a:rPr lang="en-US" sz="1200" dirty="0">
                <a:solidFill>
                  <a:srgbClr val="334155"/>
                </a:solidFill>
              </a:rPr>
              <a:t>nst, rms, gap, status, depthError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5448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1. Data Retrieval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USGS API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01168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0" y="1097280"/>
            <a:ext cx="155448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Shape 6"/>
          <p:cNvSpPr/>
          <p:nvPr/>
        </p:nvSpPr>
        <p:spPr>
          <a:xfrm>
            <a:off x="2286000" y="109728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2. Preprocessing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Pandas + Regex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84048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114800" y="1097280"/>
            <a:ext cx="155448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4" name="Shape 10"/>
          <p:cNvSpPr/>
          <p:nvPr/>
        </p:nvSpPr>
        <p:spPr>
          <a:xfrm>
            <a:off x="4114800" y="1097280"/>
            <a:ext cx="73152" cy="137160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2801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5196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3. Database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MySQL Storage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66928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5943600" y="1097280"/>
            <a:ext cx="155448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Shape 14"/>
          <p:cNvSpPr/>
          <p:nvPr/>
        </p:nvSpPr>
        <p:spPr>
          <a:xfrm>
            <a:off x="5943600" y="1097280"/>
            <a:ext cx="73152" cy="13716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2801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8076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4. Analysis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SQL Queries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49808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7772400" y="1097280"/>
            <a:ext cx="155448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0" y="109728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12801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90956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5. Visualization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Streamlit Dashboard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</a:rPr>
              <a:t>Technologies &amp; Tools</a:t>
            </a:r>
            <a:endParaRPr lang="en-US" sz="2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24612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05840" y="3200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Python 3.8+: pandas, numpy, requests, regex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611880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0584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MySQL 8.0+: Database management with SQLAlchemy</a:t>
            </a:r>
            <a:endParaRPr lang="en-US" sz="13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977640"/>
            <a:ext cx="228600" cy="2286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00584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Streamlit: Interactive web dashboard with Plotly visualizations</a:t>
            </a:r>
            <a:endParaRPr lang="en-US" sz="13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343400"/>
            <a:ext cx="228600" cy="2286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00584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Analysis: Comprehensive SQL queries, statistical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Deliverables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554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Python Scripts (3)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01_data_retrieval.py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8424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938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02_data_preprocessing.py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7685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231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03_database_setup.py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029200" y="1097280"/>
            <a:ext cx="4114800" cy="1554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2" name="Text 7"/>
          <p:cNvSpPr/>
          <p:nvPr/>
        </p:nvSpPr>
        <p:spPr>
          <a:xfrm>
            <a:off x="521208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SQL Analysis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9164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7784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04_sql_analysis.sql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98424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77840" y="1938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32 analytical queries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276856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577840" y="2231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Multiple categories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0" name="Text 12"/>
          <p:cNvSpPr/>
          <p:nvPr/>
        </p:nvSpPr>
        <p:spPr>
          <a:xfrm>
            <a:off x="6400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Dashboard</a:t>
            </a:r>
            <a:endParaRPr lang="en-US" sz="16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0584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05_streamlit_dashboard.py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04488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05840" y="3858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Interactive visualizations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97096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005840" y="41513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Real-time filtering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5029200" y="3017520"/>
            <a:ext cx="4114800" cy="1554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8" name="Text 17"/>
          <p:cNvSpPr/>
          <p:nvPr/>
        </p:nvSpPr>
        <p:spPr>
          <a:xfrm>
            <a:off x="52120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Documentation</a:t>
            </a:r>
            <a:endParaRPr lang="en-US" sz="16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61188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57784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README.md</a:t>
            </a:r>
            <a:endParaRPr lang="en-US" sz="12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904488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577840" y="3858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EXECUTION_GUIDE.md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197096"/>
            <a:ext cx="182880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577840" y="41513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Jupyter notebook (EDA)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Analysis Highlights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1295C"/>
                </a:solidFill>
              </a:rPr>
              <a:t>32 Comprehensive Analytical Queries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Magnitude &amp; Depth </a:t>
            </a:r>
            <a:r>
              <a:rPr lang="en-US" sz="1100" dirty="0">
                <a:solidFill>
                  <a:srgbClr val="21295C"/>
                </a:solidFill>
              </a:rPr>
              <a:t>(5 queries)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Top earthquakes, depth analysis, averages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41148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Time Analysis </a:t>
            </a:r>
            <a:r>
              <a:rPr lang="en-US" sz="1100" dirty="0">
                <a:solidFill>
                  <a:srgbClr val="21295C"/>
                </a:solidFill>
              </a:rPr>
              <a:t>(5 queries)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Yearly trends, monthly patterns, hourly distribution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1148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Event Quality </a:t>
            </a:r>
            <a:r>
              <a:rPr lang="en-US" sz="1100" dirty="0">
                <a:solidFill>
                  <a:srgbClr val="21295C"/>
                </a:solidFill>
              </a:rPr>
              <a:t>(4 queries)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Review status, data reliability, station coverage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874520"/>
            <a:ext cx="41148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947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Tsunamis &amp; Impact </a:t>
            </a:r>
            <a:r>
              <a:rPr lang="en-US" sz="1100" dirty="0">
                <a:solidFill>
                  <a:srgbClr val="21295C"/>
                </a:solidFill>
              </a:rPr>
              <a:t>(3 queries)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Tsunami analysis, destructive events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1148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Seismic Patterns </a:t>
            </a:r>
            <a:r>
              <a:rPr lang="en-US" sz="1100" dirty="0">
                <a:solidFill>
                  <a:srgbClr val="21295C"/>
                </a:solidFill>
              </a:rPr>
              <a:t>(4 queries)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Trends, growth rates, active regions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377440"/>
            <a:ext cx="41148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Location Analysis </a:t>
            </a:r>
            <a:r>
              <a:rPr lang="en-US" sz="1100" dirty="0">
                <a:solidFill>
                  <a:srgbClr val="21295C"/>
                </a:solidFill>
              </a:rPr>
              <a:t>(5 queries)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Geographic patterns, depth ratios, distances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1148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53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Advanced Analytics </a:t>
            </a:r>
            <a:r>
              <a:rPr lang="en-US" sz="1100" dirty="0">
                <a:solidFill>
                  <a:srgbClr val="21295C"/>
                </a:solidFill>
              </a:rPr>
              <a:t>(4 queries)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Correlations, seasonal patterns, consistency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2880360"/>
            <a:ext cx="41148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953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Data Quality </a:t>
            </a:r>
            <a:r>
              <a:rPr lang="en-US" sz="1100" dirty="0">
                <a:solidFill>
                  <a:srgbClr val="21295C"/>
                </a:solidFill>
              </a:rPr>
              <a:t>(2 queries)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Database statistics, completeness reports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1645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</a:rPr>
              <a:t>100,000+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Data Volume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Earthquakes analyzed (magnitude ≥ 3.0) over 5 years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645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</a:rPr>
              <a:t>180+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464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Geographic Spread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Countries and regions affected globally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1645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</a:rPr>
              <a:t>75%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Pattern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Of major earthquakes occur in Pacific Ring of Fire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1188720"/>
            <a:ext cx="2011680" cy="1645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</a:rPr>
              <a:t>2-3%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22376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Tsunami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Of earthquakes trigger tsunami events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</a:rPr>
              <a:t>Research Findings</a:t>
            </a:r>
            <a:endParaRPr lang="en-US" sz="1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93592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0120" y="356616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Shallow earthquakes (&lt; 50km) are most common and potentially destructive</a:t>
            </a:r>
            <a:endParaRPr lang="en-US" sz="1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13632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0120" y="388620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Average global magnitude: 4.2 with seasonal variation patterns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33672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60120" y="420624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High seismic activity in: Indonesia, Japan, Chile, California, Philippines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53712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452628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Data quality metrics show 85%+ reviewed status for major events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Dashboard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Visualizations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19072"/>
            <a:ext cx="164592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916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Temporal Trends (line charts)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75104"/>
            <a:ext cx="164592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94767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Magnitude Distribution (histograms)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31136"/>
            <a:ext cx="164592" cy="1645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203704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Depth Analysis (scatter plots)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87168"/>
            <a:ext cx="164592" cy="16459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45973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Geographic Maps (world map)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43200"/>
            <a:ext cx="164592" cy="16459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51560" y="271576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Tsunami Analysis (comparisons)</a:t>
            </a:r>
            <a:endParaRPr lang="en-US" sz="11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99232"/>
            <a:ext cx="164592" cy="16459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51560" y="29718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Real-time KPI Metrics</a:t>
            </a:r>
            <a:endParaRPr lang="en-US" sz="1100" dirty="0"/>
          </a:p>
        </p:txBody>
      </p:sp>
      <p:sp>
        <p:nvSpPr>
          <p:cNvPr id="18" name="Shape 9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234440"/>
            <a:ext cx="365760" cy="36576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48640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Interactive Features</a:t>
            </a:r>
            <a:endParaRPr lang="en-US" sz="18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19072"/>
            <a:ext cx="164592" cy="164592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349240" y="16916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Multi-year selection filter</a:t>
            </a:r>
            <a:endParaRPr lang="en-US" sz="11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975104"/>
            <a:ext cx="164592" cy="16459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349240" y="194767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Magnitude range slider</a:t>
            </a:r>
            <a:endParaRPr lang="en-US" sz="11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231136"/>
            <a:ext cx="164592" cy="16459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349240" y="2203704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Depth category filter</a:t>
            </a:r>
            <a:endParaRPr lang="en-US" sz="11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487168"/>
            <a:ext cx="164592" cy="164592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349240" y="245973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Continental selection</a:t>
            </a:r>
            <a:endParaRPr lang="en-US" sz="11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743200"/>
            <a:ext cx="164592" cy="164592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5349240" y="271576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Data export to CSV</a:t>
            </a:r>
            <a:endParaRPr lang="en-US" sz="110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99232"/>
            <a:ext cx="164592" cy="164592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5349240" y="29718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Responsive design</a:t>
            </a:r>
            <a:endParaRPr lang="en-US" sz="1100" dirty="0"/>
          </a:p>
        </p:txBody>
      </p:sp>
      <p:sp>
        <p:nvSpPr>
          <p:cNvPr id="33" name="Text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Dashboard Technology</a:t>
            </a:r>
            <a:endParaRPr lang="en-US" sz="1600" dirty="0"/>
          </a:p>
        </p:txBody>
      </p:sp>
      <p:sp>
        <p:nvSpPr>
          <p:cNvPr id="34" name="Text 18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</a:rPr>
              <a:t>Built with Streamlit, Plotly, and MySQL integration for real-time data access and interactive visualization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Evaluation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Quality of preprocessing, regex, derived fields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0" y="1325880"/>
            <a:ext cx="96012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72084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35%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SQL Queries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Correctness, complexity, efficiency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2057400"/>
            <a:ext cx="96012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0574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35%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Clarity, interactivity, analytical depth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788920"/>
            <a:ext cx="27432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788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10%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74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Documentation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Insights explanation, methodology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3520440"/>
            <a:ext cx="27432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3520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10%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06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Organization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Structure, naming, reproducibility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4251960"/>
            <a:ext cx="27432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251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10%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Success Metrics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Code Quality: </a:t>
            </a:r>
            <a:r>
              <a:rPr lang="en-US" sz="1100" dirty="0">
                <a:solidFill>
                  <a:srgbClr val="334155"/>
                </a:solidFill>
              </a:rPr>
              <a:t>Professional modular design with classes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1430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Data Processing: </a:t>
            </a:r>
            <a:r>
              <a:rPr lang="en-US" sz="1100" dirty="0">
                <a:solidFill>
                  <a:srgbClr val="334155"/>
                </a:solidFill>
              </a:rPr>
              <a:t>100K+ records, 41 features, no duplicates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Database Design: </a:t>
            </a:r>
            <a:r>
              <a:rPr lang="en-US" sz="1100" dirty="0">
                <a:solidFill>
                  <a:srgbClr val="334155"/>
                </a:solidFill>
              </a:rPr>
              <a:t>Optimized with indexes, summary tables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45920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8640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SQL Analysis: </a:t>
            </a:r>
            <a:r>
              <a:rPr lang="en-US" sz="1100" dirty="0">
                <a:solidFill>
                  <a:srgbClr val="334155"/>
                </a:solidFill>
              </a:rPr>
              <a:t>32 queries across 8 categories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40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Documentation: </a:t>
            </a:r>
            <a:r>
              <a:rPr lang="en-US" sz="1100" dirty="0">
                <a:solidFill>
                  <a:srgbClr val="334155"/>
                </a:solidFill>
              </a:rPr>
              <a:t>Comprehensive guides and comments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148840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48640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Reproducibility: </a:t>
            </a:r>
            <a:r>
              <a:rPr lang="en-US" sz="1100" dirty="0">
                <a:solidFill>
                  <a:srgbClr val="334155"/>
                </a:solidFill>
              </a:rPr>
              <a:t>Complete execution instructions</a:t>
            </a:r>
            <a:endParaRPr lang="en-US" sz="1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1760"/>
            <a:ext cx="228600" cy="228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1440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Error Handling: </a:t>
            </a:r>
            <a:r>
              <a:rPr lang="en-US" sz="1100" dirty="0">
                <a:solidFill>
                  <a:srgbClr val="334155"/>
                </a:solidFill>
              </a:rPr>
              <a:t>Robust with try-catch blocks</a:t>
            </a:r>
            <a:endParaRPr lang="en-US" sz="12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651760"/>
            <a:ext cx="228600" cy="228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48640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Visualization: </a:t>
            </a:r>
            <a:r>
              <a:rPr lang="en-US" sz="1100" dirty="0">
                <a:solidFill>
                  <a:srgbClr val="334155"/>
                </a:solidFill>
              </a:rPr>
              <a:t>15+ interactive charts and maps</a:t>
            </a:r>
            <a:endParaRPr lang="en-US" sz="1200" dirty="0"/>
          </a:p>
        </p:txBody>
      </p:sp>
      <p:sp>
        <p:nvSpPr>
          <p:cNvPr id="19" name="Shape 9"/>
          <p:cNvSpPr/>
          <p:nvPr/>
        </p:nvSpPr>
        <p:spPr>
          <a:xfrm>
            <a:off x="1828800" y="3657600"/>
            <a:ext cx="548640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0"/>
          <p:cNvSpPr/>
          <p:nvPr/>
        </p:nvSpPr>
        <p:spPr>
          <a:xfrm>
            <a:off x="1828800" y="3657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✓ PROJECT COMPLETE</a:t>
            </a:r>
            <a:endParaRPr lang="en-US" sz="2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All deliverables met • Production-ready code • Comprehensive analysis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Successfully analyzed 100,000+ earthquake records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Created comprehensive data pipeline from API to visualization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Delivered 32 analytical SQL queries for actionable insights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Built interactive dashboard for stakeholder decision-making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Demonstrated expertise in Python, SQL, and data analytics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931920"/>
            <a:ext cx="5486400" cy="5486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931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Ready for Production Deployment &amp; Stakeholder Presentation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</a:rPr>
              <a:t>Thank you for your attention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813</Words>
  <Application>Microsoft Office PowerPoint</Application>
  <PresentationFormat>On-screen Show (16:9)</PresentationFormat>
  <Paragraphs>169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Seismic Trends - Project Evaluation</dc:title>
  <dc:subject>Earthquake Data Analysis Project</dc:subject>
  <dc:creator>Data Analytics Team</dc:creator>
  <cp:lastModifiedBy>SAMPATH KUMAR</cp:lastModifiedBy>
  <cp:revision>2</cp:revision>
  <dcterms:created xsi:type="dcterms:W3CDTF">2026-01-30T16:20:14Z</dcterms:created>
  <dcterms:modified xsi:type="dcterms:W3CDTF">2026-01-31T01:33:38Z</dcterms:modified>
</cp:coreProperties>
</file>